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 err="1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</a:t>
            </a:r>
            <a:r>
              <a:rPr lang="en-IN" sz="4000">
                <a:latin typeface="Segoe UI Black" panose="020B0A02040204020203" pitchFamily="34" charset="0"/>
                <a:ea typeface="Segoe UI Black" panose="020B0A02040204020203" pitchFamily="34" charset="0"/>
              </a:rPr>
              <a:t>link</a:t>
            </a:r>
            <a:r>
              <a:rPr lang="en-IN" sz="400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Karishma Ghonge</cp:lastModifiedBy>
  <cp:revision>19</cp:revision>
  <dcterms:created xsi:type="dcterms:W3CDTF">2024-06-24T12:27:37Z</dcterms:created>
  <dcterms:modified xsi:type="dcterms:W3CDTF">2026-02-16T14:12:30Z</dcterms:modified>
</cp:coreProperties>
</file>